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29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56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08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40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76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95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01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04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43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14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3EC17-328F-453C-9E94-51CFCD9BC003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D9962-2150-498D-B47C-E0A7BBF63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90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09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Ampliação DMP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921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Novo Galpão em Estrutura Metálica: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Comprimento: 40 metros</a:t>
            </a:r>
          </a:p>
          <a:p>
            <a:pPr marL="0" indent="0">
              <a:buNone/>
            </a:pPr>
            <a:r>
              <a:rPr lang="pt-BR" dirty="0" smtClean="0"/>
              <a:t>Largura: 50 metros (vão livre)</a:t>
            </a:r>
          </a:p>
          <a:p>
            <a:pPr marL="0" indent="0">
              <a:buNone/>
            </a:pPr>
            <a:r>
              <a:rPr lang="pt-BR" dirty="0" smtClean="0"/>
              <a:t>Pé Direito: 12 metros</a:t>
            </a:r>
          </a:p>
          <a:p>
            <a:pPr marL="0" indent="0">
              <a:buNone/>
            </a:pPr>
            <a:r>
              <a:rPr lang="pt-BR" dirty="0" smtClean="0"/>
              <a:t>Área Total: 2000m²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424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Ampliação DMP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Estrutura em Porta Pallet duplo: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Total de </a:t>
            </a:r>
            <a:r>
              <a:rPr lang="pt-BR" dirty="0" smtClean="0"/>
              <a:t>4200</a:t>
            </a:r>
            <a:r>
              <a:rPr lang="pt-BR" dirty="0" smtClean="0"/>
              <a:t> </a:t>
            </a:r>
            <a:r>
              <a:rPr lang="pt-BR" dirty="0" smtClean="0"/>
              <a:t>Novas </a:t>
            </a:r>
            <a:r>
              <a:rPr lang="pt-BR" dirty="0" smtClean="0"/>
              <a:t>posições.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04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Ampliação DMP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Serviços Prévios: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Realocação da estação de abastecimento de gás das empilhadeiras.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Adicionar locação de Empilhadeira retrátil para operação do porta pallet duplo: R$ 14.503,00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35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Ampliação DMP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Investimento Total: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867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Depósito Produto Acabado IV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921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Novo Galpão em Estrutura Metálica: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Comprimento: 84 metros</a:t>
            </a:r>
          </a:p>
          <a:p>
            <a:pPr marL="0" indent="0">
              <a:buNone/>
            </a:pPr>
            <a:r>
              <a:rPr lang="pt-BR" dirty="0" smtClean="0"/>
              <a:t>Largura: 25 metros (vão livre)</a:t>
            </a:r>
          </a:p>
          <a:p>
            <a:pPr marL="0" indent="0">
              <a:buNone/>
            </a:pPr>
            <a:r>
              <a:rPr lang="pt-BR" dirty="0" smtClean="0"/>
              <a:t>Pé Direito: 12 metros</a:t>
            </a:r>
          </a:p>
          <a:p>
            <a:pPr marL="0" indent="0">
              <a:buNone/>
            </a:pPr>
            <a:r>
              <a:rPr lang="pt-BR" dirty="0" smtClean="0"/>
              <a:t>Área Total: 2100m²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02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Depósito Produto Acabado IV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Estrutura em Drive In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Total de </a:t>
            </a:r>
            <a:r>
              <a:rPr lang="pt-BR" dirty="0" err="1" smtClean="0"/>
              <a:t>xxxx</a:t>
            </a:r>
            <a:r>
              <a:rPr lang="pt-BR" dirty="0" smtClean="0"/>
              <a:t> Novas posições: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797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Depósito Produto Acabado IV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Serviços Prévios: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Retirada do reservatório de água alimentação do alojamento;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Retirada das fossas existentes (Nova ETE);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Desmontagem da cobertura de </a:t>
            </a:r>
            <a:r>
              <a:rPr lang="pt-BR" dirty="0" err="1" smtClean="0"/>
              <a:t>enlonamento</a:t>
            </a:r>
            <a:r>
              <a:rPr lang="pt-BR" dirty="0" smtClean="0"/>
              <a:t> de caminhões.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326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Depósito Produto Acabado IV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Investimento Total: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375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162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Ampliação DMP</vt:lpstr>
      <vt:lpstr>Ampliação DMP</vt:lpstr>
      <vt:lpstr>Ampliação DMP</vt:lpstr>
      <vt:lpstr>Ampliação DMP</vt:lpstr>
      <vt:lpstr>Depósito Produto Acabado IV</vt:lpstr>
      <vt:lpstr>Depósito Produto Acabado IV</vt:lpstr>
      <vt:lpstr>Depósito Produto Acabado IV</vt:lpstr>
      <vt:lpstr>Depósito Produto Acabado IV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Tiago Melo</dc:creator>
  <cp:lastModifiedBy>Tiago Melo</cp:lastModifiedBy>
  <cp:revision>7</cp:revision>
  <dcterms:created xsi:type="dcterms:W3CDTF">2026-10-20T17:35:51Z</dcterms:created>
  <dcterms:modified xsi:type="dcterms:W3CDTF">2026-10-22T17:31:03Z</dcterms:modified>
</cp:coreProperties>
</file>