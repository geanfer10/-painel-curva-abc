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52971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562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3089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2406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7690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3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8959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9014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9041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4437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6143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03EC17-328F-453C-9E94-51CFCD9BC003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6D9962-2150-498D-B47C-E0A7BBF639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5909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5094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Ampliação DMP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9212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/>
              <a:t>Novo Galpão em Estrutura Metálica:</a:t>
            </a:r>
          </a:p>
          <a:p>
            <a:pPr marL="0" indent="0">
              <a:buNone/>
            </a:pPr>
            <a:endParaRPr lang="pt-BR" dirty="0" smtClean="0"/>
          </a:p>
          <a:p>
            <a:pPr marL="0" indent="0">
              <a:buNone/>
            </a:pPr>
            <a:r>
              <a:rPr lang="pt-BR" dirty="0" smtClean="0"/>
              <a:t>Comprimento: 40 metros</a:t>
            </a:r>
          </a:p>
          <a:p>
            <a:pPr marL="0" indent="0">
              <a:buNone/>
            </a:pPr>
            <a:r>
              <a:rPr lang="pt-BR" dirty="0" smtClean="0"/>
              <a:t>Largura: 50 metros (vão livre)</a:t>
            </a:r>
          </a:p>
          <a:p>
            <a:pPr marL="0" indent="0">
              <a:buNone/>
            </a:pPr>
            <a:r>
              <a:rPr lang="pt-BR" dirty="0" smtClean="0"/>
              <a:t>Pé Direito: 12 metros</a:t>
            </a:r>
          </a:p>
          <a:p>
            <a:pPr marL="0" indent="0">
              <a:buNone/>
            </a:pPr>
            <a:r>
              <a:rPr lang="pt-BR" dirty="0" smtClean="0"/>
              <a:t>Área Total: 2000m²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14247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Ampliação DMP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Estrutura em Porta Pallet duplo: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 smtClean="0"/>
              <a:t>Total de </a:t>
            </a:r>
            <a:r>
              <a:rPr lang="pt-BR" dirty="0" smtClean="0"/>
              <a:t>4200</a:t>
            </a:r>
            <a:r>
              <a:rPr lang="pt-BR" dirty="0" smtClean="0"/>
              <a:t> </a:t>
            </a:r>
            <a:r>
              <a:rPr lang="pt-BR" dirty="0" smtClean="0"/>
              <a:t>Novas </a:t>
            </a:r>
            <a:r>
              <a:rPr lang="pt-BR" dirty="0" smtClean="0"/>
              <a:t>posições.</a:t>
            </a:r>
            <a:endParaRPr lang="pt-BR" dirty="0" smtClean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87045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Ampliação DMP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Serviços Prévios: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 smtClean="0"/>
              <a:t>Realocação da estação de abastecimento de gás das empilhadeiras.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 smtClean="0"/>
              <a:t>Adicionar locação de Empilhadeira retrátil para operação do porta pallet duplo: R$ 14.503,00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93536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Ampliação DMP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Investimento Total: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8675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Depósito Produto Acabado IV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9212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/>
              <a:t>Novo Galpão em Estrutura Metálica:</a:t>
            </a:r>
          </a:p>
          <a:p>
            <a:pPr marL="0" indent="0">
              <a:buNone/>
            </a:pPr>
            <a:endParaRPr lang="pt-BR" dirty="0" smtClean="0"/>
          </a:p>
          <a:p>
            <a:pPr marL="0" indent="0">
              <a:buNone/>
            </a:pPr>
            <a:r>
              <a:rPr lang="pt-BR" dirty="0" smtClean="0"/>
              <a:t>Comprimento: 84 metros</a:t>
            </a:r>
          </a:p>
          <a:p>
            <a:pPr marL="0" indent="0">
              <a:buNone/>
            </a:pPr>
            <a:r>
              <a:rPr lang="pt-BR" dirty="0" smtClean="0"/>
              <a:t>Largura: 25 metros (vão livre)</a:t>
            </a:r>
          </a:p>
          <a:p>
            <a:pPr marL="0" indent="0">
              <a:buNone/>
            </a:pPr>
            <a:r>
              <a:rPr lang="pt-BR" dirty="0" smtClean="0"/>
              <a:t>Pé Direito: 12 metros</a:t>
            </a:r>
          </a:p>
          <a:p>
            <a:pPr marL="0" indent="0">
              <a:buNone/>
            </a:pPr>
            <a:r>
              <a:rPr lang="pt-BR" dirty="0" smtClean="0"/>
              <a:t>Área Total: 2100m²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0025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Depósito Produto Acabado IV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Estrutura em Drive In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 smtClean="0"/>
              <a:t>Total de </a:t>
            </a:r>
            <a:r>
              <a:rPr lang="pt-BR" dirty="0" smtClean="0"/>
              <a:t>ao menos 3192 </a:t>
            </a:r>
            <a:r>
              <a:rPr lang="pt-BR" dirty="0"/>
              <a:t>n</a:t>
            </a:r>
            <a:r>
              <a:rPr lang="pt-BR" dirty="0" smtClean="0"/>
              <a:t>ovas posições.</a:t>
            </a:r>
            <a:endParaRPr lang="pt-BR" dirty="0" smtClean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6797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Depósito Produto Acabado IV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Serviços Prévios: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 smtClean="0"/>
              <a:t>Retirada do reservatório de água alimentação do alojamento;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 smtClean="0"/>
              <a:t>Retirada das fossas existentes (Nova ETE);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 smtClean="0"/>
              <a:t>Desmontagem da cobertura de </a:t>
            </a:r>
            <a:r>
              <a:rPr lang="pt-BR" dirty="0" err="1" smtClean="0"/>
              <a:t>enlonamento</a:t>
            </a:r>
            <a:r>
              <a:rPr lang="pt-BR" dirty="0" smtClean="0"/>
              <a:t> de caminhões.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43265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Depósito Produto Acabado IV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Investimento Total: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43755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164</Words>
  <Application>Microsoft Office PowerPoint</Application>
  <PresentationFormat>Widescreen</PresentationFormat>
  <Paragraphs>40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do Office</vt:lpstr>
      <vt:lpstr>Apresentação do PowerPoint</vt:lpstr>
      <vt:lpstr>Ampliação DMP</vt:lpstr>
      <vt:lpstr>Ampliação DMP</vt:lpstr>
      <vt:lpstr>Ampliação DMP</vt:lpstr>
      <vt:lpstr>Ampliação DMP</vt:lpstr>
      <vt:lpstr>Depósito Produto Acabado IV</vt:lpstr>
      <vt:lpstr>Depósito Produto Acabado IV</vt:lpstr>
      <vt:lpstr>Depósito Produto Acabado IV</vt:lpstr>
      <vt:lpstr>Depósito Produto Acabado IV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Tiago Melo</dc:creator>
  <cp:lastModifiedBy>Tiago Melo</cp:lastModifiedBy>
  <cp:revision>8</cp:revision>
  <dcterms:created xsi:type="dcterms:W3CDTF">2026-10-20T17:35:51Z</dcterms:created>
  <dcterms:modified xsi:type="dcterms:W3CDTF">2026-10-22T17:33:14Z</dcterms:modified>
</cp:coreProperties>
</file>